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3"/>
  </p:sldMasterIdLst>
  <p:notesMasterIdLst>
    <p:notesMasterId r:id="rId4"/>
  </p:notesMasterIdLst>
  <p:sldIdLst>
    <p:sldId id="256" r:id="rId5"/>
    <p:sldId id="257" r:id="rId6"/>
  </p:sldIdLst>
  <p:sldSz cy="6858000" cx="9906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PT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:notes"/>
          <p:cNvSpPr/>
          <p:nvPr>
            <p:ph idx="2" type="sldImg"/>
          </p:nvPr>
        </p:nvSpPr>
        <p:spPr>
          <a:xfrm>
            <a:off x="1200150" y="1143000"/>
            <a:ext cx="44577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pt-PT"/>
              <a:t>Pode ainda ser uma propriedade aplicada a vários estados (ex: </a:t>
            </a:r>
            <a:r>
              <a:rPr b="1" lang="pt-PT"/>
              <a:t>no caso de um aspirador, o objetivo é não deixar lixo em nenhuma localização</a:t>
            </a:r>
            <a:r>
              <a:rPr lang="pt-PT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o de Título">
  <p:cSld name="Diapositivo de Título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632520" y="1122362"/>
            <a:ext cx="6097604" cy="2882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75"/>
              <a:buFont typeface="Play"/>
              <a:buNone/>
              <a:defRPr sz="4875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632520" y="4149080"/>
            <a:ext cx="6097604" cy="110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950"/>
              <a:buNone/>
              <a:defRPr sz="1950">
                <a:solidFill>
                  <a:schemeClr val="dk2"/>
                </a:solidFill>
              </a:defRPr>
            </a:lvl1pPr>
            <a:lvl2pPr lvl="1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463"/>
              <a:buNone/>
              <a:defRPr sz="1463"/>
            </a:lvl3pPr>
            <a:lvl4pPr lvl="3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6pPr>
            <a:lvl7pPr lvl="6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7pPr>
            <a:lvl8pPr lvl="7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8pPr>
            <a:lvl9pPr lvl="8" algn="ctr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21" name="Google Shape;21;p2"/>
          <p:cNvCxnSpPr/>
          <p:nvPr/>
        </p:nvCxnSpPr>
        <p:spPr>
          <a:xfrm>
            <a:off x="632520" y="1132938"/>
            <a:ext cx="6097604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2" name="Google Shape;22;p2"/>
          <p:cNvCxnSpPr/>
          <p:nvPr/>
        </p:nvCxnSpPr>
        <p:spPr>
          <a:xfrm>
            <a:off x="632520" y="4005064"/>
            <a:ext cx="6097604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Objeto">
  <p:cSld name="Título e Objeto">
    <p:bg>
      <p:bgPr>
        <a:solidFill>
          <a:schemeClr val="lt1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/>
          <p:nvPr>
            <p:ph type="title"/>
          </p:nvPr>
        </p:nvSpPr>
        <p:spPr>
          <a:xfrm>
            <a:off x="441523" y="365127"/>
            <a:ext cx="8543925" cy="7596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3575"/>
              <a:buFont typeface="Play"/>
              <a:buNone/>
              <a:defRPr b="1">
                <a:solidFill>
                  <a:srgbClr val="374C8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" type="body"/>
          </p:nvPr>
        </p:nvSpPr>
        <p:spPr>
          <a:xfrm>
            <a:off x="441523" y="1340768"/>
            <a:ext cx="8543925" cy="48361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800"/>
              <a:buFont typeface="Noto Sans Symbols"/>
              <a:buChar char="▪"/>
              <a:defRPr sz="2800"/>
            </a:lvl1pPr>
            <a:lvl2pPr indent="-3810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400"/>
              <a:buChar char="•"/>
              <a:defRPr sz="2400"/>
            </a:lvl2pPr>
            <a:lvl3pPr indent="-355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000"/>
              <a:buChar char="•"/>
              <a:defRPr sz="2000"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28" name="Google Shape;28;p3"/>
          <p:cNvCxnSpPr/>
          <p:nvPr/>
        </p:nvCxnSpPr>
        <p:spPr>
          <a:xfrm>
            <a:off x="441523" y="1124744"/>
            <a:ext cx="8543925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" name="Google Shape;29;p3"/>
          <p:cNvCxnSpPr/>
          <p:nvPr/>
        </p:nvCxnSpPr>
        <p:spPr>
          <a:xfrm>
            <a:off x="441525" y="1124744"/>
            <a:ext cx="8543925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cção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75879" y="1709739"/>
            <a:ext cx="6797402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75"/>
              <a:buFont typeface="Play"/>
              <a:buNone/>
              <a:defRPr sz="4875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75878" y="4589464"/>
            <a:ext cx="6797403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950"/>
              <a:buNone/>
              <a:defRPr sz="195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25"/>
              <a:buNone/>
              <a:defRPr sz="1625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463"/>
              <a:buNone/>
              <a:defRPr sz="1463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sz="13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sz="13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Duplo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41523" y="365127"/>
            <a:ext cx="8543925" cy="7596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3575"/>
              <a:buFont typeface="Play"/>
              <a:buNone/>
              <a:defRPr>
                <a:solidFill>
                  <a:srgbClr val="374C8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44152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77539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>
            <a:off x="441523" y="1124744"/>
            <a:ext cx="8543925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441523" y="340767"/>
            <a:ext cx="8543925" cy="7596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3575"/>
              <a:buFont typeface="Play"/>
              <a:buNone/>
              <a:defRPr>
                <a:solidFill>
                  <a:srgbClr val="374C8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441523" y="1656804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25"/>
              <a:buNone/>
              <a:defRPr b="1" sz="1625"/>
            </a:lvl2pPr>
            <a:lvl3pPr indent="-228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463"/>
              <a:buNone/>
              <a:defRPr b="1" sz="1463"/>
            </a:lvl3pPr>
            <a:lvl4pPr indent="-2286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b="1" sz="1300"/>
            </a:lvl4pPr>
            <a:lvl5pPr indent="-2286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b="1" sz="1300"/>
            </a:lvl5pPr>
            <a:lvl6pPr indent="-2286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6pPr>
            <a:lvl7pPr indent="-2286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7pPr>
            <a:lvl8pPr indent="-2286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8pPr>
            <a:lvl9pPr indent="-2286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41523" y="2480716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3" type="body"/>
          </p:nvPr>
        </p:nvSpPr>
        <p:spPr>
          <a:xfrm>
            <a:off x="4774108" y="1656804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25"/>
              <a:buNone/>
              <a:defRPr b="1" sz="1625"/>
            </a:lvl2pPr>
            <a:lvl3pPr indent="-228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463"/>
              <a:buNone/>
              <a:defRPr b="1" sz="1463"/>
            </a:lvl3pPr>
            <a:lvl4pPr indent="-2286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b="1" sz="1300"/>
            </a:lvl4pPr>
            <a:lvl5pPr indent="-2286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300"/>
              <a:buNone/>
              <a:defRPr b="1" sz="1300"/>
            </a:lvl5pPr>
            <a:lvl6pPr indent="-2286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6pPr>
            <a:lvl7pPr indent="-2286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7pPr>
            <a:lvl8pPr indent="-2286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8pPr>
            <a:lvl9pPr indent="-2286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9pPr>
          </a:lstStyle>
          <a:p/>
        </p:txBody>
      </p:sp>
      <p:sp>
        <p:nvSpPr>
          <p:cNvPr id="47" name="Google Shape;47;p6"/>
          <p:cNvSpPr txBox="1"/>
          <p:nvPr>
            <p:ph idx="4" type="body"/>
          </p:nvPr>
        </p:nvSpPr>
        <p:spPr>
          <a:xfrm>
            <a:off x="4774108" y="2480716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400"/>
              <a:buChar char="▪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000"/>
              <a:buChar char="•"/>
              <a:defRPr sz="2000"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3pPr>
            <a:lvl4pPr indent="-3302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50" name="Google Shape;50;p6"/>
          <p:cNvCxnSpPr/>
          <p:nvPr/>
        </p:nvCxnSpPr>
        <p:spPr>
          <a:xfrm>
            <a:off x="440233" y="1100385"/>
            <a:ext cx="8543925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ó Título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/>
          <p:nvPr>
            <p:ph type="title"/>
          </p:nvPr>
        </p:nvSpPr>
        <p:spPr>
          <a:xfrm>
            <a:off x="441523" y="365127"/>
            <a:ext cx="8543925" cy="7596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3575"/>
              <a:buFont typeface="Play"/>
              <a:buNone/>
              <a:defRPr>
                <a:solidFill>
                  <a:srgbClr val="374C8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55" name="Google Shape;55;p7"/>
          <p:cNvCxnSpPr/>
          <p:nvPr/>
        </p:nvCxnSpPr>
        <p:spPr>
          <a:xfrm>
            <a:off x="441523" y="1124744"/>
            <a:ext cx="8543925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type="title"/>
          </p:nvPr>
        </p:nvSpPr>
        <p:spPr>
          <a:xfrm>
            <a:off x="441523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99"/>
              </a:buClr>
              <a:buSzPts val="2600"/>
              <a:buFont typeface="Play"/>
              <a:buNone/>
              <a:defRPr sz="2600">
                <a:solidFill>
                  <a:srgbClr val="00339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" type="body"/>
          </p:nvPr>
        </p:nvSpPr>
        <p:spPr>
          <a:xfrm>
            <a:off x="3970535" y="987426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800"/>
              <a:buChar char="▪"/>
              <a:defRPr sz="2800"/>
            </a:lvl1pPr>
            <a:lvl2pPr indent="-3810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400"/>
              <a:buChar char="•"/>
              <a:defRPr sz="2400"/>
            </a:lvl2pPr>
            <a:lvl3pPr indent="-355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000"/>
              <a:buChar char="•"/>
              <a:defRPr sz="2000"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31787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25"/>
              <a:buChar char="•"/>
              <a:defRPr sz="1625"/>
            </a:lvl6pPr>
            <a:lvl7pPr indent="-331787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25"/>
              <a:buChar char="•"/>
              <a:defRPr sz="1625"/>
            </a:lvl7pPr>
            <a:lvl8pPr indent="-331787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25"/>
              <a:buChar char="•"/>
              <a:defRPr sz="1625"/>
            </a:lvl8pPr>
            <a:lvl9pPr indent="-331787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625"/>
              <a:buChar char="•"/>
              <a:defRPr sz="1625"/>
            </a:lvl9pPr>
          </a:lstStyle>
          <a:p/>
        </p:txBody>
      </p:sp>
      <p:sp>
        <p:nvSpPr>
          <p:cNvPr id="62" name="Google Shape;62;p9"/>
          <p:cNvSpPr txBox="1"/>
          <p:nvPr>
            <p:ph idx="2" type="body"/>
          </p:nvPr>
        </p:nvSpPr>
        <p:spPr>
          <a:xfrm>
            <a:off x="441523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300"/>
              <a:buNone/>
              <a:defRPr sz="1300"/>
            </a:lvl1pPr>
            <a:lvl2pPr indent="-228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138"/>
              <a:buNone/>
              <a:defRPr sz="1138"/>
            </a:lvl2pPr>
            <a:lvl3pPr indent="-228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975"/>
              <a:buNone/>
              <a:defRPr sz="975"/>
            </a:lvl3pPr>
            <a:lvl4pPr indent="-2286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813"/>
              <a:buNone/>
              <a:defRPr sz="813"/>
            </a:lvl4pPr>
            <a:lvl5pPr indent="-2286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813"/>
              <a:buNone/>
              <a:defRPr sz="813"/>
            </a:lvl5pPr>
            <a:lvl6pPr indent="-2286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6pPr>
            <a:lvl7pPr indent="-2286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7pPr>
            <a:lvl8pPr indent="-2286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8pPr>
            <a:lvl9pPr indent="-2286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440233" y="2049441"/>
            <a:ext cx="3196233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type="title"/>
          </p:nvPr>
        </p:nvSpPr>
        <p:spPr>
          <a:xfrm>
            <a:off x="441523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99"/>
              </a:buClr>
              <a:buSzPts val="2600"/>
              <a:buFont typeface="Play"/>
              <a:buNone/>
              <a:defRPr sz="2600">
                <a:solidFill>
                  <a:srgbClr val="00339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/>
          <p:nvPr>
            <p:ph idx="2" type="pic"/>
          </p:nvPr>
        </p:nvSpPr>
        <p:spPr>
          <a:xfrm>
            <a:off x="3970535" y="987426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0"/>
          <p:cNvSpPr txBox="1"/>
          <p:nvPr>
            <p:ph idx="1" type="body"/>
          </p:nvPr>
        </p:nvSpPr>
        <p:spPr>
          <a:xfrm>
            <a:off x="441523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300"/>
              <a:buNone/>
              <a:defRPr sz="1300"/>
            </a:lvl1pPr>
            <a:lvl2pPr indent="-2286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138"/>
              <a:buNone/>
              <a:defRPr sz="1138"/>
            </a:lvl2pPr>
            <a:lvl3pPr indent="-228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975"/>
              <a:buNone/>
              <a:defRPr sz="975"/>
            </a:lvl3pPr>
            <a:lvl4pPr indent="-2286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813"/>
              <a:buNone/>
              <a:defRPr sz="813"/>
            </a:lvl4pPr>
            <a:lvl5pPr indent="-2286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813"/>
              <a:buNone/>
              <a:defRPr sz="813"/>
            </a:lvl5pPr>
            <a:lvl6pPr indent="-2286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6pPr>
            <a:lvl7pPr indent="-2286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7pPr>
            <a:lvl8pPr indent="-2286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8pPr>
            <a:lvl9pPr indent="-2286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813"/>
              <a:buNone/>
              <a:defRPr sz="813"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72" name="Google Shape;72;p10"/>
          <p:cNvCxnSpPr/>
          <p:nvPr/>
        </p:nvCxnSpPr>
        <p:spPr>
          <a:xfrm>
            <a:off x="440233" y="2049441"/>
            <a:ext cx="3196233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/>
          <p:nvPr>
            <p:ph type="title"/>
          </p:nvPr>
        </p:nvSpPr>
        <p:spPr>
          <a:xfrm>
            <a:off x="441523" y="365127"/>
            <a:ext cx="8543925" cy="7596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99"/>
              </a:buClr>
              <a:buSzPts val="3575"/>
              <a:buFont typeface="Play"/>
              <a:buNone/>
              <a:defRPr>
                <a:solidFill>
                  <a:srgbClr val="00339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" type="body"/>
          </p:nvPr>
        </p:nvSpPr>
        <p:spPr>
          <a:xfrm rot="5400000">
            <a:off x="2295388" y="-513097"/>
            <a:ext cx="4836195" cy="85439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2800"/>
              <a:buChar char="▪"/>
              <a:defRPr sz="2800"/>
            </a:lvl1pPr>
            <a:lvl2pPr indent="-3810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400"/>
              <a:buChar char="•"/>
              <a:defRPr sz="2400"/>
            </a:lvl2pPr>
            <a:lvl3pPr indent="-3556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2000"/>
              <a:buChar char="•"/>
              <a:defRPr sz="2000"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cxnSp>
        <p:nvCxnSpPr>
          <p:cNvPr id="78" name="Google Shape;78;p11"/>
          <p:cNvCxnSpPr/>
          <p:nvPr/>
        </p:nvCxnSpPr>
        <p:spPr>
          <a:xfrm>
            <a:off x="441523" y="1124744"/>
            <a:ext cx="8543925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e Texto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type="title"/>
          </p:nvPr>
        </p:nvSpPr>
        <p:spPr>
          <a:xfrm rot="5400000">
            <a:off x="5251052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 rot="5400000">
            <a:off x="917177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abela" type="tbl">
  <p:cSld name="TABLE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495300" y="457200"/>
            <a:ext cx="8915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3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, texto e objecto" type="txAndObj">
  <p:cSld name="TEXT_AND_OBJEC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>
            <a:off x="495300" y="457200"/>
            <a:ext cx="8915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4"/>
          <p:cNvSpPr txBox="1"/>
          <p:nvPr>
            <p:ph idx="1" type="body"/>
          </p:nvPr>
        </p:nvSpPr>
        <p:spPr>
          <a:xfrm>
            <a:off x="495300" y="1981200"/>
            <a:ext cx="4381500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2" type="body"/>
          </p:nvPr>
        </p:nvSpPr>
        <p:spPr>
          <a:xfrm>
            <a:off x="5029200" y="1981200"/>
            <a:ext cx="4381500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4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, texto e 2 objectos" type="txAndTwoObj">
  <p:cSld name="TEXT_AND_TWO_OBJECTS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/>
          <p:nvPr>
            <p:ph type="title"/>
          </p:nvPr>
        </p:nvSpPr>
        <p:spPr>
          <a:xfrm>
            <a:off x="495300" y="457200"/>
            <a:ext cx="8915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495300" y="1981200"/>
            <a:ext cx="4381500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15"/>
          <p:cNvSpPr txBox="1"/>
          <p:nvPr>
            <p:ph idx="2" type="body"/>
          </p:nvPr>
        </p:nvSpPr>
        <p:spPr>
          <a:xfrm>
            <a:off x="5029200" y="1981200"/>
            <a:ext cx="4381500" cy="18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3" type="body"/>
          </p:nvPr>
        </p:nvSpPr>
        <p:spPr>
          <a:xfrm>
            <a:off x="5029200" y="4000500"/>
            <a:ext cx="4381500" cy="18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5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, objecto e texto" type="objAndTx">
  <p:cSld name="OBJECT_AND_TEX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>
            <p:ph type="title"/>
          </p:nvPr>
        </p:nvSpPr>
        <p:spPr>
          <a:xfrm>
            <a:off x="495300" y="457200"/>
            <a:ext cx="89154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495300" y="1981200"/>
            <a:ext cx="4381500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6"/>
          <p:cNvSpPr txBox="1"/>
          <p:nvPr>
            <p:ph idx="2" type="body"/>
          </p:nvPr>
        </p:nvSpPr>
        <p:spPr>
          <a:xfrm>
            <a:off x="5029200" y="1981200"/>
            <a:ext cx="4381500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6"/>
          <p:cNvSpPr txBox="1"/>
          <p:nvPr>
            <p:ph idx="11" type="ftr"/>
          </p:nvPr>
        </p:nvSpPr>
        <p:spPr>
          <a:xfrm>
            <a:off x="3281363" y="6447443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41523" y="365127"/>
            <a:ext cx="8543925" cy="7596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3575"/>
              <a:buFont typeface="Play"/>
              <a:buNone/>
              <a:defRPr b="0" i="0" sz="3575" u="none" cap="none" strike="noStrike">
                <a:solidFill>
                  <a:srgbClr val="374C8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41523" y="1340768"/>
            <a:ext cx="8543925" cy="48361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3062" lvl="0" marL="457200" marR="0" rtl="0" algn="l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Clr>
                <a:srgbClr val="0E57C4"/>
              </a:buClr>
              <a:buSzPts val="2275"/>
              <a:buFont typeface="Noto Sans Symbols"/>
              <a:buChar char="▪"/>
              <a:defRPr b="0" i="0" sz="22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2425" lvl="1" marL="9144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0E57C4"/>
              </a:buClr>
              <a:buSzPts val="1950"/>
              <a:buFont typeface="Arial"/>
              <a:buChar char="•"/>
              <a:defRPr b="0" i="0" sz="19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1787" lvl="2" marL="13716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0E57C4"/>
              </a:buClr>
              <a:buSzPts val="1625"/>
              <a:buFont typeface="Arial"/>
              <a:buChar char="•"/>
              <a:defRPr b="0" i="0" sz="162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1500" lvl="3" marL="18288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0E57C4"/>
              </a:buClr>
              <a:buSzPts val="1463"/>
              <a:buFont typeface="Arial"/>
              <a:buChar char="•"/>
              <a:defRPr b="0" i="0" sz="146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21500" lvl="4" marL="22860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rgbClr val="0E57C4"/>
              </a:buClr>
              <a:buSzPts val="1463"/>
              <a:buFont typeface="Arial"/>
              <a:buChar char="•"/>
              <a:defRPr b="0" i="0" sz="146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21500" lvl="5" marL="27432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463"/>
              <a:buFont typeface="Arial"/>
              <a:buChar char="•"/>
              <a:defRPr b="0" i="0" sz="146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21500" lvl="6" marL="32004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463"/>
              <a:buFont typeface="Arial"/>
              <a:buChar char="•"/>
              <a:defRPr b="0" i="0" sz="146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21500" lvl="7" marL="36576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463"/>
              <a:buFont typeface="Arial"/>
              <a:buChar char="•"/>
              <a:defRPr b="0" i="0" sz="146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21500" lvl="8" marL="4114800" marR="0" rtl="0" algn="l">
              <a:lnSpc>
                <a:spcPct val="90000"/>
              </a:lnSpc>
              <a:spcBef>
                <a:spcPts val="406"/>
              </a:spcBef>
              <a:spcAft>
                <a:spcPts val="0"/>
              </a:spcAft>
              <a:buClr>
                <a:schemeClr val="dk1"/>
              </a:buClr>
              <a:buSzPts val="1463"/>
              <a:buFont typeface="Arial"/>
              <a:buChar char="•"/>
              <a:defRPr b="0" i="0" sz="146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7620694" y="6448251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75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993248" y="44626"/>
            <a:ext cx="866896" cy="37152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431215" y="6630005"/>
            <a:ext cx="4144627" cy="214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PT" sz="1400" u="none" cap="small" strike="noStrike">
                <a:solidFill>
                  <a:srgbClr val="374C81"/>
                </a:solidFill>
                <a:latin typeface="Arial"/>
                <a:ea typeface="Arial"/>
                <a:cs typeface="Arial"/>
                <a:sym typeface="Arial"/>
              </a:rPr>
              <a:t>Inteligência Artificial – Engenharia Informática – 2º Ano</a:t>
            </a:r>
            <a:endParaRPr/>
          </a:p>
        </p:txBody>
      </p:sp>
      <p:sp>
        <p:nvSpPr>
          <p:cNvPr id="15" name="Google Shape;15;p1"/>
          <p:cNvSpPr txBox="1"/>
          <p:nvPr/>
        </p:nvSpPr>
        <p:spPr>
          <a:xfrm>
            <a:off x="5330160" y="6630005"/>
            <a:ext cx="4144627" cy="2144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PT" sz="1400" u="none" cap="small" strike="noStrike">
                <a:solidFill>
                  <a:srgbClr val="374C81"/>
                </a:solidFill>
                <a:latin typeface="Arial"/>
                <a:ea typeface="Arial"/>
                <a:cs typeface="Arial"/>
                <a:sym typeface="Arial"/>
              </a:rPr>
              <a:t>Trabalho prático – Métodos de Pesquisa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type="ctrTitle"/>
          </p:nvPr>
        </p:nvSpPr>
        <p:spPr>
          <a:xfrm>
            <a:off x="632520" y="1122362"/>
            <a:ext cx="6097604" cy="28827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98461"/>
              <a:buFont typeface="Play"/>
              <a:buNone/>
            </a:pPr>
            <a:r>
              <a:rPr lang="pt-PT"/>
              <a:t>Group06</a:t>
            </a:r>
            <a:br>
              <a:rPr lang="pt-PT"/>
            </a:br>
            <a:r>
              <a:rPr lang="pt-PT"/>
              <a:t>Trabalho prático 10</a:t>
            </a:r>
            <a:br>
              <a:rPr lang="pt-PT"/>
            </a:br>
            <a:br>
              <a:rPr lang="pt-PT"/>
            </a:br>
            <a:r>
              <a:rPr lang="pt-PT" sz="2700"/>
              <a:t>Felipe Amorim do Carmo Silva</a:t>
            </a:r>
            <a:r>
              <a:rPr lang="pt-PT" sz="2700"/>
              <a:t> – 37172</a:t>
            </a:r>
            <a:br>
              <a:rPr lang="pt-PT" sz="2700"/>
            </a:br>
            <a:r>
              <a:rPr lang="pt-PT" sz="2700"/>
              <a:t>Krzysztof Kosmalski </a:t>
            </a:r>
            <a:r>
              <a:rPr lang="pt-PT" sz="2700"/>
              <a:t>– YOUR STUDENT NUMBER</a:t>
            </a:r>
            <a:endParaRPr/>
          </a:p>
        </p:txBody>
      </p:sp>
      <p:sp>
        <p:nvSpPr>
          <p:cNvPr id="113" name="Google Shape;113;p17"/>
          <p:cNvSpPr txBox="1"/>
          <p:nvPr>
            <p:ph idx="1" type="subTitle"/>
          </p:nvPr>
        </p:nvSpPr>
        <p:spPr>
          <a:xfrm>
            <a:off x="632520" y="4149080"/>
            <a:ext cx="6097604" cy="110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</a:pPr>
            <a:r>
              <a:rPr lang="pt-PT"/>
              <a:t>Inteligência Artificial – TP</a:t>
            </a:r>
            <a:endParaRPr/>
          </a:p>
          <a:p>
            <a:pPr indent="0" lvl="0" marL="0" rtl="0" algn="r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900"/>
              <a:buNone/>
            </a:pPr>
            <a:r>
              <a:rPr lang="pt-PT"/>
              <a:t>Engenharia Informática – 2º ano</a:t>
            </a:r>
            <a:endParaRPr/>
          </a:p>
          <a:p>
            <a:pPr indent="0" lvl="0" marL="0" rtl="0" algn="r">
              <a:lnSpc>
                <a:spcPct val="90000"/>
              </a:lnSpc>
              <a:spcBef>
                <a:spcPts val="813"/>
              </a:spcBef>
              <a:spcAft>
                <a:spcPts val="0"/>
              </a:spcAft>
              <a:buSzPts val="1900"/>
              <a:buNone/>
            </a:pPr>
            <a:r>
              <a:rPr lang="pt-PT"/>
              <a:t>2025/2026 </a:t>
            </a:r>
            <a:endParaRPr/>
          </a:p>
        </p:txBody>
      </p:sp>
      <p:pic>
        <p:nvPicPr>
          <p:cNvPr id="114" name="Google Shape;114;p17"/>
          <p:cNvPicPr preferRelativeResize="0"/>
          <p:nvPr/>
        </p:nvPicPr>
        <p:blipFill rotWithShape="1">
          <a:blip r:embed="rId3">
            <a:alphaModFix/>
          </a:blip>
          <a:srcRect b="2240" l="1779" r="2624" t="2972"/>
          <a:stretch/>
        </p:blipFill>
        <p:spPr>
          <a:xfrm>
            <a:off x="6899313" y="1122362"/>
            <a:ext cx="2847113" cy="288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441523" y="365127"/>
            <a:ext cx="8543925" cy="7596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74C81"/>
              </a:buClr>
              <a:buSzPts val="3500"/>
              <a:buFont typeface="Play"/>
              <a:buNone/>
            </a:pPr>
            <a:r>
              <a:rPr lang="pt-PT"/>
              <a:t>Sumário</a:t>
            </a:r>
            <a:endParaRPr/>
          </a:p>
        </p:txBody>
      </p:sp>
      <p:sp>
        <p:nvSpPr>
          <p:cNvPr id="121" name="Google Shape;121;p18"/>
          <p:cNvSpPr txBox="1"/>
          <p:nvPr>
            <p:ph idx="1" type="body"/>
          </p:nvPr>
        </p:nvSpPr>
        <p:spPr>
          <a:xfrm>
            <a:off x="441523" y="1340768"/>
            <a:ext cx="8543925" cy="483619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110000"/>
              </a:lnSpc>
              <a:spcBef>
                <a:spcPts val="406"/>
              </a:spcBef>
              <a:spcAft>
                <a:spcPts val="0"/>
              </a:spcAft>
              <a:buSzPts val="2000"/>
              <a:buChar char="●"/>
            </a:pPr>
            <a:r>
              <a:rPr lang="pt-PT" sz="2000"/>
              <a:t>Objetivo</a:t>
            </a:r>
            <a:endParaRPr/>
          </a:p>
          <a:p>
            <a:pPr indent="-3556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PT" sz="2000"/>
              <a:t>Implementação</a:t>
            </a:r>
            <a:endParaRPr/>
          </a:p>
          <a:p>
            <a:pPr indent="-3556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PT" sz="2000"/>
              <a:t>Resultados</a:t>
            </a:r>
            <a:endParaRPr/>
          </a:p>
          <a:p>
            <a:pPr indent="-3556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PT" sz="2000"/>
              <a:t>Conclusão</a:t>
            </a:r>
            <a:endParaRPr sz="2000"/>
          </a:p>
        </p:txBody>
      </p:sp>
      <p:sp>
        <p:nvSpPr>
          <p:cNvPr id="122" name="Google Shape;122;p18"/>
          <p:cNvSpPr txBox="1"/>
          <p:nvPr>
            <p:ph idx="4294967295" type="body"/>
          </p:nvPr>
        </p:nvSpPr>
        <p:spPr>
          <a:xfrm>
            <a:off x="0" y="6664325"/>
            <a:ext cx="384175" cy="182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25000" lnSpcReduction="20000"/>
          </a:bodyPr>
          <a:lstStyle/>
          <a:p>
            <a:pPr indent="-185738" lvl="0" marL="18573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96703"/>
              <a:buChar char="▪"/>
            </a:pPr>
            <a:r>
              <a:rPr lang="pt-PT"/>
              <a:t>0__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II_TP04a_Documentacao">
  <a:themeElements>
    <a:clrScheme name="Azul Quente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